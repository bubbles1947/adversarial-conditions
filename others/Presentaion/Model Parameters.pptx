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538B-FB1C-0C3B-F95B-73D50B2F5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D02CE-39B8-A3FB-C5B1-DC33E596C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4B95C-29BE-F356-4650-9F277853F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A11EA-1C5C-4868-99D1-CD8E4934429A}" type="datetimeFigureOut">
              <a:rPr lang="en-US" smtClean="0"/>
              <a:t>18-Aug-25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E6FA7-6F5E-EDE0-BDFF-E057B16BA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368E6-B7D9-61A4-3351-5B316DD73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1BD4-604D-44B7-872D-70331F43C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32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DF7EF-9D84-10EA-BA22-C62339A45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02F62-E6EA-FD97-A4E4-45488C20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B3530-FA8B-68DC-48E4-4E76CB839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A11EA-1C5C-4868-99D1-CD8E4934429A}" type="datetimeFigureOut">
              <a:rPr lang="en-US" smtClean="0"/>
              <a:t>18-Aug-25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4602C-7C1E-DE68-4A3B-1C8160FFE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1BB3A-D2AF-DC10-8931-6D73BB8AD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1BD4-604D-44B7-872D-70331F43C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53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9CEF-844F-1EBA-2A73-087FAED8F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3F594-6961-0F4B-687E-474EBECF2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4D87E-4F9B-5FA0-3AB3-17CE9D196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A11EA-1C5C-4868-99D1-CD8E4934429A}" type="datetimeFigureOut">
              <a:rPr lang="en-US" smtClean="0"/>
              <a:t>18-Aug-25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A794E-15C9-B9C6-A41A-24E8B77E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FAB8A-F8AC-1C6B-29AE-87F7D0EAB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1BD4-604D-44B7-872D-70331F43C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53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9AE84-0F43-25EE-3586-429D1A5A8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89EAA-5370-4CEE-3BA8-A8697794D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33A2C-752B-7D95-C429-FF1ED7B06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F78D9-17D7-472D-B1FA-7FDABC188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A11EA-1C5C-4868-99D1-CD8E4934429A}" type="datetimeFigureOut">
              <a:rPr lang="en-US" smtClean="0"/>
              <a:t>18-Aug-25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3F54E-2754-76A0-5776-234E8375A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DDB3E-6E9E-9405-D0FE-3E701D5F8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1BD4-604D-44B7-872D-70331F43C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92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DE230-AAB7-94B5-D9F4-B95849430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0924B-9097-AF58-98A6-3337AAB73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8B0CC-10C0-56C1-2D01-51D95134B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00D51-F133-BDFB-E6CE-05C1D17B5A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3A2A5B-D77C-459B-58AE-43695F5C39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BF7733-A893-4C89-31B1-2CA48DAF4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A11EA-1C5C-4868-99D1-CD8E4934429A}" type="datetimeFigureOut">
              <a:rPr lang="en-US" smtClean="0"/>
              <a:t>18-Aug-25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33999B-A1B7-7100-42E5-0B74F5A5A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DAC200-3E8B-EFAC-74B5-757B726C0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1BD4-604D-44B7-872D-70331F43C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05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1DC76-94CB-1F4B-BC2C-E6B0D7C71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125728-9F4D-40F7-B2CB-46E27952F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A11EA-1C5C-4868-99D1-CD8E4934429A}" type="datetimeFigureOut">
              <a:rPr lang="en-US" smtClean="0"/>
              <a:t>18-Aug-25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46D250-56A5-1DC4-6FB6-0EF559E7D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13451-BDF7-375C-DEB6-2CAA64585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1BD4-604D-44B7-872D-70331F43C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378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8B2FB5-DA7B-175C-7775-B0C7F1355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A11EA-1C5C-4868-99D1-CD8E4934429A}" type="datetimeFigureOut">
              <a:rPr lang="en-US" smtClean="0"/>
              <a:t>18-Aug-25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C2E21B-7C7F-BA45-3015-3757745F3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1326A-6C4C-9833-418C-D6A78CC53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1BD4-604D-44B7-872D-70331F43C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09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5CDA8-D23C-508C-E5AD-117C9CA1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C4615-7A6A-91A1-86DD-5E71A7B67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7782F-BE1E-E670-67A8-5A01B91C0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574D8-CEB5-D3E4-BBE3-757A1F652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A11EA-1C5C-4868-99D1-CD8E4934429A}" type="datetimeFigureOut">
              <a:rPr lang="en-US" smtClean="0"/>
              <a:t>18-Aug-25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1B601-7B0B-F61E-1D83-AEB3AF52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D1561-DED3-9859-6A87-9C690E43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1BD4-604D-44B7-872D-70331F43C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7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30EFF-E7B0-5DEA-AD14-4635D4670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8888C6-69B0-5C9C-BD55-E8CB43905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39F8E-1829-B56D-AA98-58007352A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C1516-B157-AE90-F313-006D446D3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A11EA-1C5C-4868-99D1-CD8E4934429A}" type="datetimeFigureOut">
              <a:rPr lang="en-US" smtClean="0"/>
              <a:t>18-Aug-25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93499-3D1A-355F-361C-D2F1CC489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6A760-BA0D-02D5-92B7-1DA4A23C9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1BD4-604D-44B7-872D-70331F43C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75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497A4-FD0E-2039-8053-DF6984BAD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3D53C-B2ED-3227-E20A-31B64002E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DEDE2-A2B2-9AC2-095B-B7419AABC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A11EA-1C5C-4868-99D1-CD8E4934429A}" type="datetimeFigureOut">
              <a:rPr lang="en-US" smtClean="0"/>
              <a:t>18-Aug-25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622A5-3617-333E-9A61-FE24FFAC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6937C-0187-E0C2-F2EB-C0A61B233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1BD4-604D-44B7-872D-70331F43C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00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AB375A-52D1-F9D3-BD61-2D4794750F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66F0C1-899A-9660-A829-792EB0857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0E1A4-99E5-54BB-1A07-1CAC4F772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A11EA-1C5C-4868-99D1-CD8E4934429A}" type="datetimeFigureOut">
              <a:rPr lang="en-US" smtClean="0"/>
              <a:t>18-Aug-25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DE23D-10F5-A21A-DA9A-B1447E1E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CE749-AD96-EEE7-A955-94369054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1BD4-604D-44B7-872D-70331F43C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190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F949AC-676B-C417-6615-2419CF261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704CE-EABD-B285-5990-0BC9D9FB2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B5018-6D6F-C456-37A9-473669FF5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11EA-1C5C-4868-99D1-CD8E4934429A}" type="datetimeFigureOut">
              <a:rPr lang="en-US" smtClean="0"/>
              <a:t>18-Aug-25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E9E1D-69FB-EAB4-DC86-BA03299C9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38AF2-3FE6-9E56-2A6E-F4100465B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11BD4-604D-44B7-872D-70331F43C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75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DD3B8-81E8-1BA4-DF66-462140309C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 Parameters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B804C9-A381-41B4-DA69-C2FCAAF9F3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Simple models like lenet-5 and modern models like resnet-18</a:t>
            </a:r>
          </a:p>
        </p:txBody>
      </p:sp>
    </p:spTree>
    <p:extLst>
      <p:ext uri="{BB962C8B-B14F-4D97-AF65-F5344CB8AC3E}">
        <p14:creationId xmlns:p14="http://schemas.microsoft.com/office/powerpoint/2010/main" val="1035320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8D916A-BB2D-165E-47EF-9C7ED5631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314" y="740422"/>
            <a:ext cx="5151699" cy="53771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6C6A63-F1A4-16AE-31F2-0B9C779C02D0}"/>
              </a:ext>
            </a:extLst>
          </p:cNvPr>
          <p:cNvSpPr txBox="1"/>
          <p:nvPr/>
        </p:nvSpPr>
        <p:spPr>
          <a:xfrm>
            <a:off x="317241" y="858416"/>
            <a:ext cx="577875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= (I*k) + b</a:t>
            </a:r>
          </a:p>
          <a:p>
            <a:endParaRPr lang="en-US" dirty="0"/>
          </a:p>
          <a:p>
            <a:r>
              <a:rPr lang="en-US" dirty="0"/>
              <a:t>I = input</a:t>
            </a:r>
          </a:p>
          <a:p>
            <a:r>
              <a:rPr lang="en-US" dirty="0"/>
              <a:t>K = filter weights</a:t>
            </a:r>
          </a:p>
          <a:p>
            <a:r>
              <a:rPr lang="en-US" dirty="0"/>
              <a:t>b = bias</a:t>
            </a:r>
          </a:p>
          <a:p>
            <a:r>
              <a:rPr lang="en-US" dirty="0"/>
              <a:t>The bias term b is a single scalar added to every element of the feature map produced by that filter.</a:t>
            </a:r>
          </a:p>
          <a:p>
            <a:endParaRPr lang="en-US" dirty="0"/>
          </a:p>
          <a:p>
            <a:r>
              <a:rPr lang="en-US" dirty="0"/>
              <a:t>-Each filter is detecting a specific feature (like an edge, curve, texture).</a:t>
            </a:r>
          </a:p>
          <a:p>
            <a:r>
              <a:rPr lang="en-US" dirty="0"/>
              <a:t>-The bias allows the filter to shift the activation up or down, independent of the input.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convolution:</a:t>
            </a:r>
          </a:p>
          <a:p>
            <a:r>
              <a:rPr lang="en-US" dirty="0"/>
              <a:t>Parameter count = 6*(1*5*5+1) = 156 weights + bias.</a:t>
            </a:r>
          </a:p>
          <a:p>
            <a:r>
              <a:rPr lang="en-US" dirty="0"/>
              <a:t>Or</a:t>
            </a:r>
          </a:p>
          <a:p>
            <a:r>
              <a:rPr lang="en-US" dirty="0"/>
              <a:t>(1×5×5)×6+6 =25×6+6= 150+6=156 parameters, meaning </a:t>
            </a:r>
          </a:p>
          <a:p>
            <a:r>
              <a:rPr lang="en-US" dirty="0"/>
              <a:t>In fully connected layers:</a:t>
            </a:r>
          </a:p>
          <a:p>
            <a:r>
              <a:rPr lang="en-US" dirty="0"/>
              <a:t>Parameter count = 256×120+120 = 30,840.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005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F5BED5-474E-F5EB-D3A7-8725E044A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120"/>
            <a:ext cx="12192000" cy="64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703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66CAEC-4416-1206-A5F6-21BD0119D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730" y="1147890"/>
            <a:ext cx="6979588" cy="362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581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EE4694-46E7-787C-5CA0-41F4ECCDF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500" y="200262"/>
            <a:ext cx="6226275" cy="62370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EBE63B-130A-20CE-D0E2-B2652F6BA92F}"/>
              </a:ext>
            </a:extLst>
          </p:cNvPr>
          <p:cNvSpPr txBox="1"/>
          <p:nvPr/>
        </p:nvSpPr>
        <p:spPr>
          <a:xfrm>
            <a:off x="401216" y="933061"/>
            <a:ext cx="37788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Layer-wise parameters for lenet-5</a:t>
            </a:r>
          </a:p>
        </p:txBody>
      </p:sp>
    </p:spTree>
    <p:extLst>
      <p:ext uri="{BB962C8B-B14F-4D97-AF65-F5344CB8AC3E}">
        <p14:creationId xmlns:p14="http://schemas.microsoft.com/office/powerpoint/2010/main" val="1964860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18E8A9-8318-E7D8-7126-5EC43242D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25" y="1605912"/>
            <a:ext cx="4401357" cy="38804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EF23A0-F3F3-AFFD-FEAE-BEE2E9C74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897" y="1595411"/>
            <a:ext cx="4242348" cy="38909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3B30D6-7E96-6B3A-8E65-FF10DEE529F6}"/>
              </a:ext>
            </a:extLst>
          </p:cNvPr>
          <p:cNvSpPr txBox="1"/>
          <p:nvPr/>
        </p:nvSpPr>
        <p:spPr>
          <a:xfrm>
            <a:off x="382555" y="363894"/>
            <a:ext cx="105622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Resnet-18 Parameters by layer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32BE6E-886C-0201-3A8A-145388AED4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545" y="1710257"/>
            <a:ext cx="4630093" cy="366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11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EEECE6-AB71-AD58-BDFD-139962427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57" y="1925980"/>
            <a:ext cx="5342083" cy="39017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C90567-209F-7F5F-1E77-6AA07AF1DC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543" y="1590671"/>
            <a:ext cx="5281118" cy="42370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E8949B-21F4-3D17-CD03-CED0751F032C}"/>
              </a:ext>
            </a:extLst>
          </p:cNvPr>
          <p:cNvSpPr txBox="1"/>
          <p:nvPr/>
        </p:nvSpPr>
        <p:spPr>
          <a:xfrm>
            <a:off x="447869" y="623205"/>
            <a:ext cx="81176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Resnet parameters after training</a:t>
            </a:r>
          </a:p>
        </p:txBody>
      </p:sp>
    </p:spTree>
    <p:extLst>
      <p:ext uri="{BB962C8B-B14F-4D97-AF65-F5344CB8AC3E}">
        <p14:creationId xmlns:p14="http://schemas.microsoft.com/office/powerpoint/2010/main" val="817674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22B722-704F-A330-99E2-6E0ED223D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18" y="1318185"/>
            <a:ext cx="5493690" cy="49146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32E0E0-9735-A365-44D7-A71A1BE362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575" y="1539911"/>
            <a:ext cx="5730737" cy="42447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682551-7267-CB94-17BF-98EB3E6B68B9}"/>
              </a:ext>
            </a:extLst>
          </p:cNvPr>
          <p:cNvSpPr txBox="1"/>
          <p:nvPr/>
        </p:nvSpPr>
        <p:spPr>
          <a:xfrm>
            <a:off x="466531" y="429208"/>
            <a:ext cx="7613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Lenet</a:t>
            </a:r>
            <a:r>
              <a:rPr lang="en-US" sz="3200" dirty="0"/>
              <a:t> </a:t>
            </a:r>
            <a:r>
              <a:rPr lang="en-US" sz="3200" dirty="0" err="1"/>
              <a:t>paramters</a:t>
            </a:r>
            <a:r>
              <a:rPr lang="en-US" sz="3200" dirty="0"/>
              <a:t> after training </a:t>
            </a:r>
          </a:p>
        </p:txBody>
      </p:sp>
    </p:spTree>
    <p:extLst>
      <p:ext uri="{BB962C8B-B14F-4D97-AF65-F5344CB8AC3E}">
        <p14:creationId xmlns:p14="http://schemas.microsoft.com/office/powerpoint/2010/main" val="977026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6812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143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Model Parameters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Mueed Arian</dc:creator>
  <cp:lastModifiedBy>Mueed Arian</cp:lastModifiedBy>
  <cp:revision>3</cp:revision>
  <dcterms:created xsi:type="dcterms:W3CDTF">2025-08-18T00:35:21Z</dcterms:created>
  <dcterms:modified xsi:type="dcterms:W3CDTF">2025-08-18T04:26:46Z</dcterms:modified>
</cp:coreProperties>
</file>