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5" r:id="rId5"/>
    <p:sldId id="262" r:id="rId6"/>
    <p:sldId id="264" r:id="rId7"/>
    <p:sldId id="258" r:id="rId8"/>
    <p:sldId id="259" r:id="rId9"/>
    <p:sldId id="260" r:id="rId10"/>
    <p:sldId id="269" r:id="rId11"/>
    <p:sldId id="267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67AA-5CFD-F464-022E-AC588ED01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C37C3-562F-DC74-E30E-78F74846C6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A4EB-0990-F048-B690-A1D8DD197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34E-3814-4153-8E1A-7860502BFBBD}" type="datetimeFigureOut">
              <a:rPr lang="en-US" smtClean="0"/>
              <a:t>16-Jul-25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3CC63-46D3-2876-3B0C-504E3583A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73D4D-FCCC-99E1-FE68-932CF16D8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0D9FC-1E5D-48C8-AB7C-025DDF166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03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FEE05-F80C-97C6-6DBB-5B8DCD660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12E96-0E83-2D00-4E3F-89E3E0419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012BA-F422-80DC-59E3-54D67BD3D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34E-3814-4153-8E1A-7860502BFBBD}" type="datetimeFigureOut">
              <a:rPr lang="en-US" smtClean="0"/>
              <a:t>16-Jul-25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34B53-B749-9592-CA6C-405263DCC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D6DE2-80CA-D4FB-0F7D-F23F2C035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0D9FC-1E5D-48C8-AB7C-025DDF166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20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88A64-6034-F383-4A85-0447E0D3F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4EC7D-21FD-B99B-A45D-904B838D2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B3463-31DF-992C-A366-BC47C3514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34E-3814-4153-8E1A-7860502BFBBD}" type="datetimeFigureOut">
              <a:rPr lang="en-US" smtClean="0"/>
              <a:t>16-Jul-25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9ADDB-5FEB-D4CD-3D89-1508384E7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26AAC-0B3A-E810-6683-55EB1035B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0D9FC-1E5D-48C8-AB7C-025DDF166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26BD1-2D42-83E5-05F9-ED586234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58B55-E617-62C6-33CE-74BA187C64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AC8E8B-9BA7-3BC4-DF0D-9F2BCA4DD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84F4D-D8DD-7883-2D1D-CB6147D6D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34E-3814-4153-8E1A-7860502BFBBD}" type="datetimeFigureOut">
              <a:rPr lang="en-US" smtClean="0"/>
              <a:t>16-Jul-25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B344E-4DA4-2C39-0062-A4BEDE5AD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80146-FDF7-975A-BB3D-074B0D4C5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0D9FC-1E5D-48C8-AB7C-025DDF166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708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8CE2C-C7B7-AB6C-C537-019B01999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A0F5D-970F-7204-A0C8-8B6973073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974ED3-AC2D-F9C5-B18D-9430F039C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697488-E51D-CB4B-9609-9503B8B767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B91A2B-C19E-84DE-0EE4-7835771FFE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81A104-C570-C5CD-D08F-E0181684B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34E-3814-4153-8E1A-7860502BFBBD}" type="datetimeFigureOut">
              <a:rPr lang="en-US" smtClean="0"/>
              <a:t>16-Jul-25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464B14-F6EB-3C08-4D43-F5F5F9FFF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6DA4D4-7F7C-F8E4-AD9E-3D5A8A505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0D9FC-1E5D-48C8-AB7C-025DDF166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72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EB561-A774-3348-4AC1-C18F084D7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4098C1-E516-0DC5-7DAD-C6B444DE6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34E-3814-4153-8E1A-7860502BFBBD}" type="datetimeFigureOut">
              <a:rPr lang="en-US" smtClean="0"/>
              <a:t>16-Jul-25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214A5D-D72D-9177-F7E3-D9F88513C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8B3B9-F678-7B2B-BB00-AC109170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0D9FC-1E5D-48C8-AB7C-025DDF166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62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23C4EC-6E0A-6759-C9E8-D2044408C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34E-3814-4153-8E1A-7860502BFBBD}" type="datetimeFigureOut">
              <a:rPr lang="en-US" smtClean="0"/>
              <a:t>16-Jul-25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C9C7B2-C02E-2EE7-9E73-6431B81C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225BF-B1D5-E3A0-8899-23B8EB461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0D9FC-1E5D-48C8-AB7C-025DDF166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647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48812-454E-84F0-FF07-AA48C400D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788D1-C85D-441E-C642-8EE42CA93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64EA9-ECAC-334D-99AC-A26DA8DBF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4678C-DDDD-E5C7-7967-486B7DC92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34E-3814-4153-8E1A-7860502BFBBD}" type="datetimeFigureOut">
              <a:rPr lang="en-US" smtClean="0"/>
              <a:t>16-Jul-25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19B39-5BC5-83F1-9A69-A5AD8A60F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2D622-DC1A-EF29-6684-D68ACF799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0D9FC-1E5D-48C8-AB7C-025DDF166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06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C7AFD-F52A-0E8A-C1DC-C41F12C08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4F053B-4838-EC8C-E5CF-3870EA990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4E173-2181-78F7-D3CD-DE0060708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99FF3-18B8-DAB2-CBB7-812DB9CC2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34E-3814-4153-8E1A-7860502BFBBD}" type="datetimeFigureOut">
              <a:rPr lang="en-US" smtClean="0"/>
              <a:t>16-Jul-25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23B99-3863-A88F-1994-A7BA6C9DD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7A67E-5539-20A5-DECE-7542931D4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0D9FC-1E5D-48C8-AB7C-025DDF166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466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6D013-2D69-0225-000A-9B278C558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B3AECA-8958-45B4-FB27-948285ACA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1AD33-AFC3-92F5-4E64-6DD1B688F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34E-3814-4153-8E1A-7860502BFBBD}" type="datetimeFigureOut">
              <a:rPr lang="en-US" smtClean="0"/>
              <a:t>16-Jul-25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D0F1D-58DC-3E38-F301-A27892331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BA853-66AB-FE62-5F2C-4D34E48C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0D9FC-1E5D-48C8-AB7C-025DDF166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69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5BBD05-057E-C43A-15C8-060BE426AF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03E819-33B0-19DB-9281-FFFDDCC70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52686-41BD-5EB8-FB5A-236A55B3D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CA34E-3814-4153-8E1A-7860502BFBBD}" type="datetimeFigureOut">
              <a:rPr lang="en-US" smtClean="0"/>
              <a:t>16-Jul-25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ABF59-E9FD-872F-3695-9EDB6D830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61AB6-1CB9-B13D-0192-B65BB446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0D9FC-1E5D-48C8-AB7C-025DDF166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4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FCCEC7-77DB-6349-9E67-812D2A5DF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B2284-9909-8DCA-22AC-315AC2EE8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5FAE8-AE3C-AB06-DD82-E465AC855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CA34E-3814-4153-8E1A-7860502BFBBD}" type="datetimeFigureOut">
              <a:rPr lang="en-US" smtClean="0"/>
              <a:t>16-Jul-25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A765E-1AF8-D494-9D32-088FF39E0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A103E-461B-8B46-A6AD-2C2780485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0D9FC-1E5D-48C8-AB7C-025DDF166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9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851E3-FFB9-7E9D-AB48-155F8DA674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EFE3AB-26FD-233C-7EEB-EC353F3A12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9487A4-6406-8DBD-200D-F8A53D485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3217"/>
            <a:ext cx="12192000" cy="545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162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6F21-A055-1D5F-B66C-E28A5C7AE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199095" cy="1024404"/>
          </a:xfrm>
        </p:spPr>
        <p:txBody>
          <a:bodyPr>
            <a:normAutofit/>
          </a:bodyPr>
          <a:lstStyle/>
          <a:p>
            <a:r>
              <a:rPr lang="en-US" dirty="0"/>
              <a:t>convolution operation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617ADF-A263-9525-C5C5-F197263D38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849" y="2051400"/>
            <a:ext cx="9222301" cy="3899788"/>
          </a:xfrm>
        </p:spPr>
      </p:pic>
    </p:spTree>
    <p:extLst>
      <p:ext uri="{BB962C8B-B14F-4D97-AF65-F5344CB8AC3E}">
        <p14:creationId xmlns:p14="http://schemas.microsoft.com/office/powerpoint/2010/main" val="484965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5E325D-41A4-8B3B-72E1-F68B17927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88" y="376925"/>
            <a:ext cx="11812024" cy="610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813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C3FB15-9F59-2907-27E9-72AEA3B4D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94" y="502666"/>
            <a:ext cx="11217612" cy="585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138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6DE9A5-124B-E258-E93A-06E9A7E87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29" y="415029"/>
            <a:ext cx="11781541" cy="602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421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D079A3-2139-D6DB-5D86-D2FD7826E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25" y="2585449"/>
            <a:ext cx="5979925" cy="29289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36F54C-9783-692E-B3C3-692EF78A7037}"/>
              </a:ext>
            </a:extLst>
          </p:cNvPr>
          <p:cNvSpPr txBox="1"/>
          <p:nvPr/>
        </p:nvSpPr>
        <p:spPr>
          <a:xfrm>
            <a:off x="905069" y="559837"/>
            <a:ext cx="7641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Error in deeper networks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259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ACB3D-F0F1-997C-04FD-3AE51330D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Resnet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64E9EE-5B46-476F-049D-9DC77E3458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2230" y="2478742"/>
            <a:ext cx="3893933" cy="247071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7201D6-DAB1-A5D5-4A8D-679657BB95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690688"/>
            <a:ext cx="7534835" cy="448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283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A9C103-91C6-7250-558C-F45AF24EF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81" y="184621"/>
            <a:ext cx="5038165" cy="63632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163F9A-09EA-58DA-B8E9-96D72DE9A8BC}"/>
              </a:ext>
            </a:extLst>
          </p:cNvPr>
          <p:cNvSpPr txBox="1"/>
          <p:nvPr/>
        </p:nvSpPr>
        <p:spPr>
          <a:xfrm>
            <a:off x="5620871" y="510988"/>
            <a:ext cx="618564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1.Vanishing Gradient Problem </a:t>
            </a:r>
          </a:p>
          <a:p>
            <a:r>
              <a:rPr lang="en-US" dirty="0"/>
              <a:t> As deep networks grow in depth, gradients tend to shrink (during backpropagation), making it difficult for earlier layers to learn. </a:t>
            </a:r>
            <a:r>
              <a:rPr lang="en-US" dirty="0" err="1"/>
              <a:t>ResNet's</a:t>
            </a:r>
            <a:r>
              <a:rPr lang="en-US" dirty="0"/>
              <a:t> shortcut connections help gradients flow more easily, mitigating this issue. </a:t>
            </a:r>
          </a:p>
          <a:p>
            <a:r>
              <a:rPr lang="en-US" dirty="0"/>
              <a:t>2.Deeper Networks Improve Accuracy </a:t>
            </a:r>
          </a:p>
          <a:p>
            <a:r>
              <a:rPr lang="en-US" dirty="0"/>
              <a:t>Deeper networks can learn more complex features, but traditional deep networks often suffer from degradation problems (i.e., deeper networks sometimes perform worse than shallow ones). </a:t>
            </a:r>
            <a:r>
              <a:rPr lang="en-US" dirty="0" err="1"/>
              <a:t>ResNet</a:t>
            </a:r>
            <a:r>
              <a:rPr lang="en-US" dirty="0"/>
              <a:t> enables training of extremely deep networks (e.g., 50, 101, 152 layers) while maintaining high accuracy. </a:t>
            </a:r>
          </a:p>
          <a:p>
            <a:r>
              <a:rPr lang="en-US" dirty="0"/>
              <a:t>3.Residual Learning for Easier Optimization</a:t>
            </a:r>
          </a:p>
          <a:p>
            <a:r>
              <a:rPr lang="en-US" dirty="0"/>
              <a:t>Instead of learning a direct mapping H(x), </a:t>
            </a:r>
            <a:r>
              <a:rPr lang="en-US" dirty="0" err="1"/>
              <a:t>ResNet</a:t>
            </a:r>
            <a:r>
              <a:rPr lang="en-US" dirty="0"/>
              <a:t> learns the residual function: F(x)=H(x)−x So, the network actually learns the difference (or "residual") between the input and output, making optimization easier. </a:t>
            </a:r>
          </a:p>
          <a:p>
            <a:r>
              <a:rPr lang="en-US" dirty="0"/>
              <a:t>4.Skip Connections for Efficient Training </a:t>
            </a:r>
          </a:p>
          <a:p>
            <a:r>
              <a:rPr lang="en-US" dirty="0"/>
              <a:t>The identity shortcut connection ensures that information is not lost, preventing degradation in </a:t>
            </a:r>
            <a:r>
              <a:rPr lang="en-US" dirty="0" err="1"/>
              <a:t>accuracy.Even</a:t>
            </a:r>
            <a:r>
              <a:rPr lang="en-US" dirty="0"/>
              <a:t> if certain layers do not learn useful features, the shortcut ensures that at least the original input is preserved</a:t>
            </a:r>
          </a:p>
        </p:txBody>
      </p:sp>
    </p:spTree>
    <p:extLst>
      <p:ext uri="{BB962C8B-B14F-4D97-AF65-F5344CB8AC3E}">
        <p14:creationId xmlns:p14="http://schemas.microsoft.com/office/powerpoint/2010/main" val="198766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1D71AF-803F-F10A-5178-B16DF3EEC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36" y="411218"/>
            <a:ext cx="11850127" cy="603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354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DD1AE3-0120-2282-F6BD-3B300B99F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0084"/>
            <a:ext cx="12192000" cy="613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661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E626C5-6609-128C-0A69-F5B8409F4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801" y="235304"/>
            <a:ext cx="9376424" cy="63873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406D07-700F-213B-8C23-36E62129C491}"/>
              </a:ext>
            </a:extLst>
          </p:cNvPr>
          <p:cNvSpPr txBox="1"/>
          <p:nvPr/>
        </p:nvSpPr>
        <p:spPr>
          <a:xfrm>
            <a:off x="261257" y="503853"/>
            <a:ext cx="2397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Architectures for </a:t>
            </a:r>
            <a:r>
              <a:rPr lang="en-US" dirty="0" err="1"/>
              <a:t>Imagenet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921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DA6B00-847B-5B32-889A-6E0A9B6DFF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37" y="1222310"/>
            <a:ext cx="5505062" cy="49713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E53BF5-958B-7942-D6DB-A1158EDB4D99}"/>
              </a:ext>
            </a:extLst>
          </p:cNvPr>
          <p:cNvSpPr txBox="1"/>
          <p:nvPr/>
        </p:nvSpPr>
        <p:spPr>
          <a:xfrm>
            <a:off x="503853" y="468373"/>
            <a:ext cx="3844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Comparisons with </a:t>
            </a:r>
            <a:r>
              <a:rPr lang="en-US" dirty="0" err="1"/>
              <a:t>Imagenet</a:t>
            </a:r>
            <a:r>
              <a:rPr lang="en-US" dirty="0"/>
              <a:t>,</a:t>
            </a:r>
          </a:p>
          <a:p>
            <a:r>
              <a:rPr lang="en-US" dirty="0"/>
              <a:t>VGG on deeper systems.</a:t>
            </a:r>
          </a:p>
        </p:txBody>
      </p:sp>
    </p:spTree>
    <p:extLst>
      <p:ext uri="{BB962C8B-B14F-4D97-AF65-F5344CB8AC3E}">
        <p14:creationId xmlns:p14="http://schemas.microsoft.com/office/powerpoint/2010/main" val="1457786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037DAB-30A1-3B18-FAD5-7101544340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99" y="1422557"/>
            <a:ext cx="5629856" cy="46654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2A51D5-2EA2-349C-10A2-B98059824E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273" y="1422557"/>
            <a:ext cx="5397669" cy="50112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973388-0323-2759-AECD-E7C2209FF287}"/>
              </a:ext>
            </a:extLst>
          </p:cNvPr>
          <p:cNvSpPr txBox="1"/>
          <p:nvPr/>
        </p:nvSpPr>
        <p:spPr>
          <a:xfrm>
            <a:off x="429208" y="419878"/>
            <a:ext cx="6195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System Configuration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003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1989</TotalTime>
  <Words>226</Words>
  <Application>Microsoft Office PowerPoint</Application>
  <PresentationFormat>Widescreen</PresentationFormat>
  <Paragraphs>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convolution operation</vt:lpstr>
      <vt:lpstr>PowerPoint Presentation</vt:lpstr>
      <vt:lpstr>PowerPoint Presentation</vt:lpstr>
      <vt:lpstr>PowerPoint Presentation</vt:lpstr>
      <vt:lpstr>PowerPoint Presentation</vt:lpstr>
      <vt:lpstr>Resnet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Arian Mueed</dc:creator>
  <cp:lastModifiedBy>Arian Mueed</cp:lastModifiedBy>
  <cp:revision>4</cp:revision>
  <dcterms:created xsi:type="dcterms:W3CDTF">2025-07-14T06:04:41Z</dcterms:created>
  <dcterms:modified xsi:type="dcterms:W3CDTF">2025-07-16T05:49:05Z</dcterms:modified>
</cp:coreProperties>
</file>